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arcellus"/>
      <p:regular r:id="rId15"/>
    </p:embeddedFont>
    <p:embeddedFont>
      <p:font typeface="Fir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arcellus-regular.fntdata"/><Relationship Id="rId14" Type="http://schemas.openxmlformats.org/officeDocument/2006/relationships/slide" Target="slides/slide8.xml"/><Relationship Id="rId17" Type="http://schemas.openxmlformats.org/officeDocument/2006/relationships/font" Target="fonts/FiraSans-bold.fntdata"/><Relationship Id="rId16" Type="http://schemas.openxmlformats.org/officeDocument/2006/relationships/font" Target="fonts/FiraSans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Fira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Fir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b05e420b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b05e420b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b05e420b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b05e420b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b05e420b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2b05e420b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b05e420b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b05e420b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b05e420b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2b05e420b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b05e420b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2b05e420b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b05e420b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b05e420b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b05e420b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b05e420b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5260" y="4911710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2400"/>
              <a:buFont typeface="Marcellus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33375" y="1028700"/>
            <a:ext cx="3429000" cy="3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8595B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3907536" y="1028699"/>
            <a:ext cx="4264800" cy="3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2385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58595B"/>
              </a:buClr>
              <a:buSzPts val="1500"/>
              <a:buChar char="▪"/>
              <a:defRPr sz="1500"/>
            </a:lvl1pPr>
            <a:lvl2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200"/>
              <a:buChar char="▪"/>
              <a:defRPr sz="1200"/>
            </a:lvl2pPr>
            <a:lvl3pPr indent="-3048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200"/>
              <a:buChar char="▪"/>
              <a:defRPr sz="1200"/>
            </a:lvl3pPr>
            <a:lvl4pPr indent="-29845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Char char="▪"/>
              <a:defRPr sz="1100"/>
            </a:lvl4pPr>
            <a:lvl5pPr indent="-29845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Char char="▪"/>
              <a:defRPr sz="1100"/>
            </a:lvl5pPr>
            <a:lvl6pPr indent="-2984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▪"/>
              <a:defRPr sz="1100"/>
            </a:lvl6pPr>
            <a:lvl7pPr indent="-2984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▪"/>
              <a:defRPr sz="1100"/>
            </a:lvl7pPr>
            <a:lvl8pPr indent="-2984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▪"/>
              <a:defRPr sz="1100"/>
            </a:lvl8pPr>
            <a:lvl9pPr indent="-2984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▪"/>
              <a:defRPr sz="1100"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2400"/>
              <a:buFont typeface="Marcellus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23850" y="990599"/>
            <a:ext cx="2695500" cy="3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8595B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descr="An empty placeholder to add an image. Click on the placeholder and select the image that you wish to add." id="73" name="Google Shape;73;p17"/>
          <p:cNvSpPr/>
          <p:nvPr>
            <p:ph idx="2" type="pic"/>
          </p:nvPr>
        </p:nvSpPr>
        <p:spPr>
          <a:xfrm>
            <a:off x="3100478" y="1000124"/>
            <a:ext cx="5131500" cy="36483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2766975" y="-1423950"/>
            <a:ext cx="3591000" cy="8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 rot="5400000">
            <a:off x="5492925" y="1810444"/>
            <a:ext cx="4359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 rot="5400000">
            <a:off x="1686297" y="-583706"/>
            <a:ext cx="4359000" cy="60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Fira Sans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202E"/>
              </a:buClr>
              <a:buSzPts val="2100"/>
              <a:buFont typeface="Marcellus"/>
              <a:buNone/>
              <a:defRPr b="0" i="0" sz="2100" u="none" cap="none" strike="noStrike">
                <a:solidFill>
                  <a:srgbClr val="B7202E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58595B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39035" y="65950"/>
            <a:ext cx="1300264" cy="40865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0" y="-10236"/>
            <a:ext cx="207000" cy="5143500"/>
          </a:xfrm>
          <a:prstGeom prst="rect">
            <a:avLst/>
          </a:prstGeom>
          <a:solidFill>
            <a:srgbClr val="B7202E"/>
          </a:solidFill>
          <a:ln cap="flat" cmpd="thickThin" w="48000">
            <a:solidFill>
              <a:srgbClr val="B72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4966137"/>
            <a:ext cx="3304800" cy="177300"/>
          </a:xfrm>
          <a:prstGeom prst="rect">
            <a:avLst/>
          </a:prstGeom>
          <a:solidFill>
            <a:srgbClr val="B7202E"/>
          </a:solidFill>
          <a:ln cap="flat" cmpd="thickThin" w="48000">
            <a:solidFill>
              <a:srgbClr val="B72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304846" y="4966137"/>
            <a:ext cx="1690200" cy="177300"/>
          </a:xfrm>
          <a:prstGeom prst="rect">
            <a:avLst/>
          </a:prstGeom>
          <a:solidFill>
            <a:srgbClr val="ED1C24"/>
          </a:solidFill>
          <a:ln cap="flat" cmpd="thickThin" w="480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5260" y="4901474"/>
            <a:ext cx="599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8595B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22">
          <p15:clr>
            <a:srgbClr val="F26B43"/>
          </p15:clr>
        </p15:guide>
        <p15:guide id="2" pos="5238">
          <p15:clr>
            <a:srgbClr val="F26B43"/>
          </p15:clr>
        </p15:guide>
        <p15:guide id="3" orient="horz" pos="756">
          <p15:clr>
            <a:srgbClr val="F26B43"/>
          </p15:clr>
        </p15:guide>
        <p15:guide id="4" orient="horz" pos="29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20"/>
          <p:cNvPicPr preferRelativeResize="0"/>
          <p:nvPr/>
        </p:nvPicPr>
        <p:blipFill rotWithShape="1">
          <a:blip r:embed="rId3">
            <a:alphaModFix/>
          </a:blip>
          <a:srcRect b="11285" l="2200" r="0" t="0"/>
          <a:stretch/>
        </p:blipFill>
        <p:spPr>
          <a:xfrm>
            <a:off x="7517975" y="0"/>
            <a:ext cx="1626025" cy="7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 b="11285" l="2200" r="0" t="0"/>
          <a:stretch/>
        </p:blipFill>
        <p:spPr>
          <a:xfrm>
            <a:off x="7517975" y="0"/>
            <a:ext cx="1626025" cy="7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0"/>
          <p:cNvPicPr preferRelativeResize="0"/>
          <p:nvPr/>
        </p:nvPicPr>
        <p:blipFill rotWithShape="1">
          <a:blip r:embed="rId3">
            <a:alphaModFix/>
          </a:blip>
          <a:srcRect b="11285" l="2200" r="0" t="0"/>
          <a:stretch/>
        </p:blipFill>
        <p:spPr>
          <a:xfrm>
            <a:off x="7436975" y="4371325"/>
            <a:ext cx="1626025" cy="7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314325" y="57150"/>
            <a:ext cx="7240200" cy="822900"/>
          </a:xfrm>
          <a:prstGeom prst="rect">
            <a:avLst/>
          </a:prstGeom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333375" y="1009650"/>
            <a:ext cx="8458200" cy="35910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 J Somaiya Institute of Management PP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